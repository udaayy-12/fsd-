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2835" y="5821094"/>
            <a:ext cx="1578416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300" b="1" dirty="0">
                <a:solidFill>
                  <a:srgbClr val="0033CC"/>
                </a:solidFill>
                <a:sym typeface="+mn-ea"/>
              </a:rPr>
              <a:t>Real-Time Event Synchronization Engine</a:t>
            </a:r>
            <a:endParaRPr lang="en-IN" sz="33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555" y="7800340"/>
            <a:ext cx="1069467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P.Uday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kumar – VTU26529 – 23UECS1179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32813" y="7741741"/>
            <a:ext cx="7024370" cy="2130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Dr. HAFIZUR RAHMAN     B.Tech.,M.Tech.,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SDG No 9 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Industry, Innovation and Infrastructure</a:t>
            </a:r>
            <a:endParaRPr lang="en-IN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2634615"/>
            <a:ext cx="15082520" cy="10790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still manage events manually using spreadsheets or paper records.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often leads to scheduling conflicts, missed deadlines, and poor communication.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system is needed to track events efficiently in real time.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improves coordination and reduces human errors.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highly relevant for schools, colleges, companies, and event organizers.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help users monitor event status instantly.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add, view, and manage events easily.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EventSync provides a simple, secure, and user-friendly event management      platform.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3107690"/>
            <a:ext cx="15082520" cy="956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institutions and organizations struggle with inefficient event coordination.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is often scattered across emails, chats, and spreadsheets.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causes confusion among participants and organizers.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increases errors in scheduling and time management.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transparency in monitoring event status and progress.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delays can affect attendance and overall event success.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either too complex or not fully automated.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centralized, reliable, and real-time event management solution.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514600" y="3338830"/>
            <a:ext cx="15082520" cy="419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real-time web-based event management system.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automated event scheduling and status tracking features.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coordination and reduce manual errors through centralized data management.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system’s performance in terms of accuracy, usability, and response time.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1096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780" y="2545080"/>
            <a:ext cx="15082520" cy="6240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Event Scheduling Application built using PHP and MySQL.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securely register and log in to manage event records.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event information is stored in a centralized database system.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add, edit, view, and remove events easily.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simple and interactive dashboard for management.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paperwork and time consumption.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ensures accurate and organized data handling.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methods, it offers a more efficient and user-friendly solution.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481965"/>
            <a:ext cx="17907000" cy="781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520" cy="6438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165" y="2104390"/>
            <a:ext cx="13677900" cy="6009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62200" y="1638300"/>
            <a:ext cx="15082520" cy="7216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1790065"/>
            <a:ext cx="13819505" cy="7641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3171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28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HTML5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CSS3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JavaScript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Bootstrap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PHP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 MySQL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VS Code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XAMPP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Intel i3 or above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 4GB RAM (Minimum)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Windows 10/11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Web Browser (Chrome/Edge)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/>
              <a:t>XAMPP Server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3220"/>
            <a:ext cx="15082520" cy="11299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IN" sz="2800" b="1" dirty="0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 &amp; User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handles student and admin registration, login, and logout functionality.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 authentication and maintains user sessions.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Finance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student fee details and payment records.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updating transaction status and tracking pending payments.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connects the application to the MySQL database.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data insertion, retrieval, updating, and deletion operations.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Dashboard &amp; Reporting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displays financial summaries and payment history.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structured reports for better monitoring.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76780" y="1866900"/>
            <a:ext cx="15082520" cy="7773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new users to create an account by entering required details such as name, email, and password with proper validation.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entered information is securely stored in the database, enabling users to log in and access the system features.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620" y="3859530"/>
            <a:ext cx="9012555" cy="57804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33600" y="1638300"/>
            <a:ext cx="15082520" cy="8050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registered users to enter their email and password to securely access their account within the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verifies the credentials with the database and grants access to the dashboard upon successful authentication.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220" y="3709670"/>
            <a:ext cx="10920730" cy="5794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520" cy="7620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admin to create and add new event details such as event name, date, description, and other required information into the system.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entered event data is validated and stored in the database, making it available for users to view and manage.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80" y="3582035"/>
            <a:ext cx="11667490" cy="6334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0944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520" cy="7736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complete list of all created events with details such as event name, date, and description in an organized format.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or admin to view, update, or manage existing events efficiently from a single dashboard page.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150" y="3334385"/>
            <a:ext cx="11835130" cy="645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491490"/>
            <a:ext cx="1790700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53335" y="2057400"/>
            <a:ext cx="14352905" cy="7857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to manage events efficiently in one place.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by automating event creation, storage, and retrieval.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access through authentication and role-based control.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interface improves user experience and system accessibility.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and server availability to function properly.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if hosted on a local server environment like XAMPP.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may occur if proper encryption and validation are not implemented.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may reduce with large data if optimization is not done.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1001</Words>
  <Application>Microsoft Office PowerPoint</Application>
  <PresentationFormat>Custom</PresentationFormat>
  <Paragraphs>280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Cambria</vt:lpstr>
      <vt:lpstr>Arial</vt:lpstr>
      <vt:lpstr>Gotham Bold Italics</vt:lpstr>
      <vt:lpstr>Times New Roman</vt:lpstr>
      <vt:lpstr>Bookman Old Style</vt:lpstr>
      <vt:lpstr>Calibri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UDAY KUMAR</dc:creator>
  <cp:lastModifiedBy>uday kumar</cp:lastModifiedBy>
  <cp:revision>14</cp:revision>
  <dcterms:created xsi:type="dcterms:W3CDTF">2006-08-16T00:00:00Z</dcterms:created>
  <dcterms:modified xsi:type="dcterms:W3CDTF">2026-05-05T18:07:52Z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B15F58C7F91C4DEC9D42F93BC48608F8_13</vt:lpwstr>
  </property>
  <property fmtid="{D5CDD505-2E9C-101B-9397-08002B2CF9AE}" pid="3" name="KSOProductBuildVer">
    <vt:lpwstr>1033-12.2.0.23196</vt:lpwstr>
  </property>
</Properties>
</file>